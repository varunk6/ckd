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COLLEGE PROJECT REVIEW 1 — PROTOTYPE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Explainable Multi-Model Machine Learning Framework for Early CKD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"An ML-based system for predicting the likelihood of Chronic Kidney Disease from patient health parameters"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Project Overview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Project: CKD Predict Prototype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Domain: Healthcare + Machine Learning + Explainable AI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Tech: React 19 + FastAPI + Python 3.14 + scikit-learn + SHAP</a:t>
            </a:r>
          </a:p>
        </p:txBody>
      </p:sp>
      <p:pic>
        <p:nvPicPr>
          <p:cNvPr id="7" name="Picture 6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9090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914400"/>
          </a:xfrm>
          <a:prstGeom prst="roundRect">
            <a:avLst/>
          </a:prstGeom>
          <a:solidFill>
            <a:srgbClr val="FFF0E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681728"/>
            <a:ext cx="1883663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Patient Health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3" y="468172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26663" y="4681728"/>
            <a:ext cx="1883663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Data Preprocessing &amp;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7" y="468172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7" y="4681728"/>
            <a:ext cx="1883663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Multi-Model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1" y="468172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1191" y="4681728"/>
            <a:ext cx="1883663" cy="694944"/>
          </a:xfrm>
          <a:prstGeom prst="round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CKD Risk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5" y="468172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63455" y="4681728"/>
            <a:ext cx="1883663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Explainable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2400E"/>
                </a:solidFill>
              </a:defRPr>
            </a:pPr>
            <a:r>
              <a:t>⚠️ Research Disclaimer: Educational and research screening prototype — not a medical diagnosis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MOTIVATION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Addressing early detection challenges in renal healthcare through machine learning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926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Chronic Kidney Disease progresses gradually and can be hard to spot early.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Manual clinical evaluation across 24+ lab parameters takes considerable time.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Traditional ML models are black boxes, creating clinician skepticism.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926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OBJECTIVE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Accept 24 patient clinical health parameters via a simple web interface.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Automate data scrubbing, median imputation, and StandardScaler scaling.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Evaluate 8 machine learning models with 5-Fold Stratified Cross-Validation.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Select the best model, predict CKD likelihood, and display SHAP explanations.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005840"/>
          </a:xfrm>
          <a:prstGeom prst="roundRect">
            <a:avLst/>
          </a:prstGeom>
          <a:solidFill>
            <a:srgbClr val="FFF0E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956048"/>
            <a:ext cx="1531619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Patient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6020" y="4956048"/>
            <a:ext cx="22860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4956048"/>
            <a:ext cx="1531619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956048"/>
            <a:ext cx="22860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956048"/>
            <a:ext cx="1531619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6459" y="4956048"/>
            <a:ext cx="22860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59" y="4956048"/>
            <a:ext cx="1531619" cy="786384"/>
          </a:xfrm>
          <a:prstGeom prst="round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Best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956048"/>
            <a:ext cx="22860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956048"/>
            <a:ext cx="1531619" cy="786384"/>
          </a:xfrm>
          <a:prstGeom prst="round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CKD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900" y="4956048"/>
            <a:ext cx="22860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5500" y="4956048"/>
            <a:ext cx="1531619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Dataset &amp; Patient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Empirical statistics from the UCI Chronic Kidney Disease benchmark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400 Records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UCI CKD Benchmark Cohort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Clinical Patient Instances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24 Attributes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14 Numerical Features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10 Nominal Categorical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108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Target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250 CKD Instances (62.5%)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150 Normal Instances (37.5%)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329184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PATIENT INFORMATION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Age (years)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Blood Pressure (mmHg)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926080"/>
            <a:ext cx="329184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KIDNEY / BLOOD PARAMETERS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Specific Gravity, Albumin, Sugar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Blood Glucose Random, Blood Urea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Serum Creatinine, Sodium, Potassium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Hemoglobin, PCV, WBC, RBC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383280" cy="2468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0632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MEDICAL HISTORY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Hypertension (yes / no)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Diabetes Mellitus (yes / no)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Coronary Artery Disease (yes / no)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Appetite, Pedal Edema, Anemia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FFF0E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687568"/>
            <a:ext cx="1883663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Raw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3" y="568756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26663" y="5687568"/>
            <a:ext cx="1883663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568756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7" y="5687568"/>
            <a:ext cx="1883663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Missing Value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1" y="568756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1" y="5687568"/>
            <a:ext cx="1883663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Encoding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568756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5" y="5687568"/>
            <a:ext cx="1883663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Ready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Multi-stage pipeline strictly fitted on training folds to prevent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FFF0E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1931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70531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3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6663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4196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2796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FEATURE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7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CLASS BALANCING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6459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59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MODEL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1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1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MODEL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8723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7323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BEST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5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5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0987" y="1755648"/>
            <a:ext cx="22860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19587" y="1755648"/>
            <a:ext cx="827531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EXPLAINABLE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743200"/>
            <a:ext cx="329184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8803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Preprocessing [Implemented]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Missing value handling (Median/Mode)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One-Hot Categorical Encoding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StandardScaler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Train/Test Split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743200"/>
            <a:ext cx="329184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8803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Feature Selection [Implemented]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Pearson Correlation Analysis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Chi-Square (χ²) Test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Recursive Feature Elimination (RFE)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LASSO L1 &amp; Mutual Information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743200"/>
            <a:ext cx="3383280" cy="25603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28803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Class Balancing [Implemented]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SMOTE (Synthetic Over-sampling)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SMOTETomek Hybrid Oversampling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Stratified 5-Fold Cross Validation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Strict zero data leakage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23560"/>
            <a:ext cx="10424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Evaluated Classifiers [8 Models Implemented]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Logistic Regression | Decision Tree | Random Forest | SVM | KNN | Naive Bayes (Best - 100% CV Acc) | XGBoost | Neural Network (MLP)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Prototype Workflow &amp; UI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Architecture of the live React 19 + Vite + FastAPI web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Prototype UI Modules [All Live &amp; Verified]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1. Dashboard Page: Telemetry badges, quick action CTAs, recent SQLite audit table.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2. CKD Prediction Form: 24 Parameters, 3 sections, High/Low Risk sample presets.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3. Prediction Result Page: High/Low Risk Tier badge, model probability % score.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4. Explainable AI Explorer: SHAP feature waterfall chart &amp; LIME rule weight table.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5. Research Paper Generator: Auto-generates 15-section paper with PDF export.</a:t>
            </a:r>
          </a:p>
        </p:txBody>
      </p:sp>
      <p:pic>
        <p:nvPicPr>
          <p:cNvPr id="7" name="Picture 6" descr="shap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909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DELIVERABLES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Expected Output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Summary of completed prototype deliverables vs planned research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EXPECTED OUTPUT [✓ Completed &amp; Tested]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CKD / Not CKD prediction endpoint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Model-estimated probability percentage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Multi-model comparison across 8 classifiers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Best model identification (Naive Bayes 100% Acc)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Confusion matrix &amp; Accuracy/F1/ROC-AUC metrics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SHAP &amp; LIME Explainable AI attributions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Prediction history &amp; SQLite audit log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✓ Research report generation (15-section paper)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</a:defRPr>
            </a:pPr>
            <a:r>
              <a:t>FUTURE WORK [Planned]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Larger and more diverse clinical datasets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External prospective cohort validation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Clinical trial validation in outpatient settings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Improved model calibration over time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Longitudinal patient data tracking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</a:defRPr>
            </a:pPr>
            <a:r>
              <a:t>• • Secure healthcare EHR / FHIR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FF0E5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5504688"/>
            <a:ext cx="12801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Patient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50468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5504688"/>
            <a:ext cx="12801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50468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5504688"/>
            <a:ext cx="12801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Multiple ML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550468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79" y="5504688"/>
            <a:ext cx="1280160" cy="603504"/>
          </a:xfrm>
          <a:prstGeom prst="round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Best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50468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504688"/>
            <a:ext cx="1280160" cy="603504"/>
          </a:xfrm>
          <a:prstGeom prst="round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CKD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50468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5504688"/>
            <a:ext cx="12801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Explainable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5504688"/>
            <a:ext cx="228600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B00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59" y="5504688"/>
            <a:ext cx="12801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Research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